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 snapToObjects="1">
      <p:cViewPr varScale="1">
        <p:scale>
          <a:sx n="209" d="100"/>
          <a:sy n="209" d="100"/>
        </p:scale>
        <p:origin x="32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87722"/>
                </a:solidFill>
                <a:latin typeface="Malgun Gothic"/>
              </a:rPr>
              <a:t>OpenDID Post-Quantum Cryptography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E87722"/>
                </a:solidFill>
                <a:latin typeface="Malgun Gothic"/>
              </a:rPr>
              <a:t>PQC </a:t>
            </a:r>
            <a:r>
              <a:rPr sz="4400" b="1">
                <a:solidFill>
                  <a:srgbClr val="1A1A1A"/>
                </a:solidFill>
                <a:latin typeface="Malgun Gothic"/>
              </a:rPr>
              <a:t>자동화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Malgun Gothic"/>
              </a:rPr>
              <a:t>목적과 성과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97280" cy="4572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5A5A5A"/>
                </a:solidFill>
                <a:latin typeface="Malgun Gothic"/>
              </a:rPr>
              <a:t>클래식 vs PQC — 실제 모바일 단말에서의
성능 비교 측정 체계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943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A1A1A"/>
                </a:solidFill>
                <a:latin typeface="Malgun Gothic"/>
              </a:rPr>
              <a:t>2026-04-28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8A8A8A"/>
                </a:solidFill>
                <a:latin typeface="Malgun Gothic"/>
              </a:rPr>
              <a:t>OpenDID Forten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01 · WHY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왜 자동화 테스트가 필요했는가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Malgun Gothic"/>
              </a:rPr>
              <a:t>PQC 적용 효과는 </a:t>
            </a:r>
            <a:r>
              <a:rPr sz="2200" b="1">
                <a:solidFill>
                  <a:srgbClr val="E87722"/>
                </a:solidFill>
                <a:latin typeface="Malgun Gothic"/>
              </a:rPr>
              <a:t>화면에 보이지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Malgun Gothic"/>
              </a:rPr>
              <a:t>OpenDID에 PQC를 적용해도 사용자 화면에는 변화가 없다 — 키 크기와 서명 시간만 바뀐다.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4023360" cy="2011680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E87722"/>
                </a:solidFill>
                <a:latin typeface="Malgun Gothic"/>
              </a:rPr>
              <a:t>핵심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1A1A1A"/>
                </a:solidFill>
                <a:latin typeface="Malgun Gothic"/>
              </a:rPr>
              <a:t>효과를 검증하려면
반드시 수치 측정이 필요했다.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03120"/>
            <a:ext cx="4023360" cy="201168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2402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algun Gothic"/>
              </a:rPr>
              <a:t>그래서 필요한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FFFFFF"/>
                </a:solidFill>
                <a:latin typeface="Malgun Gothic"/>
              </a:rPr>
              <a:t>반복 가능한 동일 조건에서
PQC vs 클래식을 비교하는
자동화 테스트 체계.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수동 측정의 한계 — 신뢰성 있는 비교 데이터를 만들 수 없다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4617720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반복 테스트 대상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1회 수동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25회 × 2 모드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사용자 등록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2분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100분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VC 발급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2분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100분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VP 제출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1분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50분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환경 오염 시 앱 상태 재초기화 + 정합성 점검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30분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합계 — 1회 비교 실험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5시간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62636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8A8A"/>
                </a:solidFill>
                <a:latin typeface="Malgun Gothic"/>
              </a:rPr>
              <a:t>※ 서버 인프라 셋업(TA·Entity 등록·정책 설정)은 1회성 작업이므로 반복 측정 시간에서 제외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02 ·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자동화의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1A1A1A"/>
                </a:solidFill>
                <a:latin typeface="Malgun Gothic"/>
              </a:rPr>
              <a:t>실제 모바일 단말에서 </a:t>
            </a:r>
            <a:r>
              <a:rPr sz="2200" b="1">
                <a:solidFill>
                  <a:srgbClr val="E87722"/>
                </a:solidFill>
                <a:latin typeface="Malgun Gothic"/>
              </a:rPr>
              <a:t>PQC가 얼마나 느려지는가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"ML-KEM-768과 ML-DSA-44가 실제 모바일 단말에서
얼마나 느려지는가?"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Headless Java 클라이언트 vs 앱 내 자동화 모드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1089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비교 항목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Headless 클라이언트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앱 내 자동화 (선택)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단말 PQC 암호 연산 시간 측정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✗ (서버 JVM)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✓ (실제 단말)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실제 E2E 체감 시간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✓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모바일 네트워크 환경 반영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✓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Android Wallet SDK 그대로 사용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✓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실제 운영과 동일 코드 경로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✓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추가 개발 비용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E87722"/>
                </a:solidFill>
                <a:latin typeface="Malgun Gothic"/>
              </a:rPr>
              <a:t>→ 동일 단말 / 동일 SDK / 동일 네트워크에서 알고리즘만 바꿔 측정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03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자동화 2-Layer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A1A1A"/>
                </a:solidFill>
                <a:latin typeface="Malgun Gothic"/>
              </a:rPr>
              <a:t>서버 인프라 + 앱 내 자동화의 </a:t>
            </a:r>
            <a:r>
              <a:rPr sz="2000" b="1">
                <a:solidFill>
                  <a:srgbClr val="E87722"/>
                </a:solidFill>
                <a:latin typeface="Malgun Gothic"/>
              </a:rPr>
              <a:t>두 계층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8229600" cy="2286000"/>
          </a:xfrm>
          <a:prstGeom prst="rect">
            <a:avLst/>
          </a:prstGeom>
          <a:solidFill>
            <a:srgbClr val="FAF8F4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463040" cy="228600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46304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Malgun Gothic"/>
              </a:rPr>
              <a:t>Layer 1
서버 인프라
셋업
(1회성)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874519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algun Gothic"/>
              </a:rPr>
              <a:t>Shell Script로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40280"/>
            <a:ext cx="6400800" cy="1691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5개 서버(TA / CA / Issuer / Verifier / Wallet) 어드민 API 순차 호출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TA 등록 → Entity 등록 → DID 승인 → 인증서 발급 → 정책 설정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수동 35분 → 자동 1분 (×35 단축)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병렬 실행 시 TA 동시성 충돌은 mkdir 뮤텍스로 직렬화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8229600" cy="2194560"/>
          </a:xfrm>
          <a:prstGeom prst="rect">
            <a:avLst/>
          </a:prstGeom>
          <a:solidFill>
            <a:srgbClr val="FAF8F4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463040" cy="2194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463040" cy="2194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Malgun Gothic"/>
              </a:rPr>
              <a:t>Layer 2
앱 내
자동화 모드
(반복 실행)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2976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Malgun Gothic"/>
              </a:rPr>
              <a:t>AutoTestActivity로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663440"/>
            <a:ext cx="64008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PIN 자동 주입 ("000000") — PIN 입력 화면 우회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이름 자동 생성 (TestUser001, TestUser002, ...)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QR 스캔 → Verifier API 직접 호출로 대체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사용자 등록 + VC 발급 + VP 제출 자동 연속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04 · TECHNICAL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TA 동시성 제약 해결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algun Gothic"/>
              </a:rPr>
              <a:t>근본 원인은 </a:t>
            </a:r>
            <a:r>
              <a:rPr sz="1800" b="1">
                <a:solidFill>
                  <a:srgbClr val="E87722"/>
                </a:solidFill>
                <a:latin typeface="Malgun Gothic"/>
              </a:rPr>
              <a:t>SDK</a:t>
            </a:r>
            <a:r>
              <a:rPr sz="1800" b="1">
                <a:solidFill>
                  <a:srgbClr val="1A1A1A"/>
                </a:solidFill>
                <a:latin typeface="Malgun Gothic"/>
              </a:rPr>
              <a:t> — 자동화는 뮤텍스로 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4023360" cy="2468880"/>
          </a:xfrm>
          <a:prstGeom prst="rect">
            <a:avLst/>
          </a:prstGeom>
          <a:solidFill>
            <a:srgbClr val="FAF8F4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91440" cy="2468880"/>
          </a:xfrm>
          <a:prstGeom prst="rect">
            <a:avLst/>
          </a:prstGeom>
          <a:solidFill>
            <a:srgbClr val="C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24646"/>
                </a:solidFill>
                <a:latin typeface="Malgun Gothic"/>
              </a:rPr>
              <a:t>PROBLEM — SDK thread-unsafe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6576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24646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TA FileWalletService(@Service, 싱글톤)가
SDK WalletManagerImpl을 공유 보유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C24646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SDK WalletManagerImpl은 thread-unsafe
  - synchronized 키워드 0개
  - 상태(derivedKeyBytes 등) 인스턴스 필드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C24646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4개 서버 동시 enroll-entity 호출 시
내부 상태 꼬여 서명 실패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691640"/>
            <a:ext cx="4023360" cy="2468880"/>
          </a:xfrm>
          <a:prstGeom prst="rect">
            <a:avLst/>
          </a:prstGeom>
          <a:solidFill>
            <a:srgbClr val="FAF8F4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691640"/>
            <a:ext cx="91440" cy="2468880"/>
          </a:xfrm>
          <a:prstGeom prst="rect">
            <a:avLst/>
          </a:prstGeom>
          <a:solidFill>
            <a:srgbClr val="087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087B37"/>
                </a:solidFill>
                <a:latin typeface="Malgun Gothic"/>
              </a:rPr>
              <a:t>WORKAROUND — mkdir 원자적 잠금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94560"/>
            <a:ext cx="365760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87B37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자동화 환경에서만 유효한 스크립트 레벨 직렬화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087B37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enroll.lock 디렉터리를 "열쇠"로 사용
(mkdir은 원자적 → 단 하나만 성공)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087B37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Step 11 직전 acquire / 직후 release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087B37"/>
                </a:solidFill>
                <a:latin typeface="Malgun Gothic"/>
              </a:rPr>
              <a:t>■  </a:t>
            </a:r>
            <a:r>
              <a:rPr sz="1000" b="0">
                <a:solidFill>
                  <a:srgbClr val="1A1A1A"/>
                </a:solidFill>
                <a:latin typeface="Malgun Gothic"/>
              </a:rPr>
              <a:t>근본 해결 = SDK에 synchronized /
ReentrantLock 적용 (후속 과제)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자동화 워크어라운드 — 직렬화 흐름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8229600" cy="1783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786384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FBEADA"/>
                </a:solidFill>
                <a:latin typeface="Malgun Gothic"/>
              </a:rPr>
              <a:t>Wallet  → mkdir 성공 → [잠금] → Step 11 실행 → rmdir → Step 12+
CA      → mkdir 실패 → 1초 대기 → 재시도 → 성공 → Step 11
Issuer  → 대기 ... → 성공 → Step 11
Verifier→ 대기 ... → 성공 → Step 11
→ Step 11에서만 직렬화, 나머지는 병렬 유지 (SDK 자체는 미수정)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05 · KEY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단일 APK로 클래식 / PQC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A1A1A"/>
                </a:solidFill>
                <a:latin typeface="Malgun Gothic"/>
              </a:rPr>
              <a:t>APK 교체 설치 없이 </a:t>
            </a:r>
            <a:r>
              <a:rPr sz="2000" b="1">
                <a:solidFill>
                  <a:srgbClr val="E87722"/>
                </a:solidFill>
                <a:latin typeface="Malgun Gothic"/>
              </a:rPr>
              <a:t>연속 측정</a:t>
            </a:r>
            <a:r>
              <a:rPr sz="2000" b="1">
                <a:solidFill>
                  <a:srgbClr val="1A1A1A"/>
                </a:solidFill>
                <a:latin typeface="Malgun Gothic"/>
              </a:rPr>
              <a:t>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Malgun Gothic"/>
              </a:rPr>
              <a:t>Config.KEY_ALGORITHM 의 final 키워드 제거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4023360" cy="1097280"/>
          </a:xfrm>
          <a:prstGeom prst="rect">
            <a:avLst/>
          </a:prstGeom>
          <a:solidFill>
            <a:srgbClr val="FAF8F4"/>
          </a:solidFill>
          <a:ln w="6350">
            <a:solidFill>
              <a:srgbClr val="C246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C24646"/>
                </a:solidFill>
                <a:latin typeface="Malgun Gothic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Malgun Gothic"/>
              </a:rPr>
              <a:t>public final static String
    KEY_ALGORITHM = "MlDsa44";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057400"/>
            <a:ext cx="4023360" cy="1097280"/>
          </a:xfrm>
          <a:prstGeom prst="rect">
            <a:avLst/>
          </a:prstGeom>
          <a:solidFill>
            <a:srgbClr val="FAF8F4"/>
          </a:solidFill>
          <a:ln w="6350">
            <a:solidFill>
              <a:srgbClr val="087B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148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87B37"/>
                </a:solidFill>
                <a:latin typeface="Malgun Gothic"/>
              </a:rPr>
              <a:t>AFTER (final 제거)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Malgun Gothic"/>
              </a:rPr>
              <a:t>public static String
    KEY_ALGORITHM = "MlDsa44";  // 런타임 변경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AutoTestActivity 화면 — 라디오 버튼 즉시 전환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Malgun Gothic"/>
              </a:rPr>
              <a:t>[ ● PQC (ML-DSA-44) ]      [ ○ Classic (Secp256r1) ]      </a:t>
            </a:r>
            <a:r>
              <a:rPr sz="1400" b="1">
                <a:solidFill>
                  <a:srgbClr val="E87722"/>
                </a:solidFill>
                <a:latin typeface="Malgun Gothic"/>
              </a:rPr>
              <a:t>[ 테스트 시작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APK 교체 설치 / 재빌드 / 단말 재부팅 불필요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동일 빌드 / 동일 단말 / 동일 네트워크에서 연속 측정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측정 조건의 변수가 줄어들어 비교 신뢰성 향상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E87722"/>
                </a:solidFill>
                <a:latin typeface="Malgun Gothic"/>
              </a:rPr>
              <a:t>■  </a:t>
            </a:r>
            <a:r>
              <a:rPr sz="1100" b="0">
                <a:solidFill>
                  <a:srgbClr val="1A1A1A"/>
                </a:solidFill>
                <a:latin typeface="Malgun Gothic"/>
              </a:rPr>
              <a:t>onDestroy()에서 KEY_ALGORITHM을 "MlDsa44" 기본값으로 복원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06 ·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측정 시나리오 — 3종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A1A1A"/>
                </a:solidFill>
                <a:latin typeface="Malgun Gothic"/>
              </a:rPr>
              <a:t>PQC 비용을 </a:t>
            </a:r>
            <a:r>
              <a:rPr sz="2000" b="1">
                <a:solidFill>
                  <a:srgbClr val="E87722"/>
                </a:solidFill>
                <a:latin typeface="Malgun Gothic"/>
              </a:rPr>
              <a:t>다각도로 분석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91640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시나리오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측정 대상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반복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A: 전체 흐름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사용자 체감 속도 비교 (메인)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등록·발급·제출 전체 시간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25회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B: 클레임 수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서명 비용 단독 확인 (보조)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클레임 3/5/10/20개별 서명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10회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C: 키교환 단독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ECDH vs ML-KEM 분리 비교 (보조)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키교환 단독 왕복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25회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시나리오 A — 단계별 측정 포인트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86200"/>
            <a:ext cx="2651760" cy="2331720"/>
          </a:xfrm>
          <a:prstGeom prst="rect">
            <a:avLst/>
          </a:prstGeom>
          <a:solidFill>
            <a:srgbClr val="FAF8F4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87722"/>
                </a:solidFill>
                <a:latin typeface="Malgun Gothic"/>
              </a:rPr>
              <a:t>사용자 등록 (P132)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34840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Malgun Gothic"/>
              </a:rPr>
              <a:t>T₁ 키교환 구간
  request-ecdh →
  request-create-token
T₂ 서명 구간
  request-register-user →
  confirm-register-user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3886200"/>
            <a:ext cx="2651760" cy="2331720"/>
          </a:xfrm>
          <a:prstGeom prst="rect">
            <a:avLst/>
          </a:prstGeom>
          <a:solidFill>
            <a:srgbClr val="FAF8F4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4023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87722"/>
                </a:solidFill>
                <a:latin typeface="Malgun Gothic"/>
              </a:rPr>
              <a:t>VC 발급 (P210)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34840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Malgun Gothic"/>
              </a:rPr>
              <a:t>T₁ 키교환 구간
  request-ecdh →
  request-create-token
T₂ 서명+발급 구간
  request-issue-vc
  (DID Auth 서명 + VC 수신)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886200"/>
            <a:ext cx="2651760" cy="2331720"/>
          </a:xfrm>
          <a:prstGeom prst="rect">
            <a:avLst/>
          </a:prstGeom>
          <a:solidFill>
            <a:srgbClr val="FAF8F4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402336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E87722"/>
                </a:solidFill>
                <a:latin typeface="Malgun Gothic"/>
              </a:rPr>
              <a:t>VP 제출 (P310)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434840"/>
            <a:ext cx="23774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Malgun Gothic"/>
              </a:rPr>
              <a:t>T₃ VP 서명 구간
  request-verify
  (VP 생성 + 서명 +
   E2E 암호화 + 제출)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07 · SCENARIO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키교환 단독 측정 — 비용을 분리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algun Gothic"/>
              </a:rPr>
              <a:t>TA 서버 </a:t>
            </a:r>
            <a:r>
              <a:rPr sz="1800" b="1">
                <a:solidFill>
                  <a:srgbClr val="E87722"/>
                </a:solidFill>
                <a:latin typeface="Malgun Gothic"/>
              </a:rPr>
              <a:t>테스트 전용 엔드포인트 신설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BEADA"/>
                </a:solidFill>
                <a:latin typeface="Malgun Gothic"/>
              </a:rPr>
              <a:t>POST /tas/api/v1/test/request-ecdh-only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5A5A5A"/>
                </a:solidFill>
                <a:latin typeface="Malgun Gothic"/>
              </a:rPr>
              <a:t>전체 프로토콜 부하 배제 → 키교환 비용만 측정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응답 — 서버 처리 시간 포함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solidFill>
            <a:srgbClr val="FAF8F4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algun Gothic"/>
              </a:rPr>
              <a:t>{ "serverProcessingMs": 35.42, "result": "ok", "algorithm": "ML-KEM-768"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측정 항목 3분해 — 어디서 PQC 비용이 드는지 정확히 파악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526280"/>
          <a:ext cx="82296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측정 항목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계산 방법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측정 의미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앱 왕복 시간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요청 직전 ~ 응답 수신 직후 (nanoTime)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사용자 체감 시간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서버 처리 시간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응답 본문의 serverProcessingMs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서버 PQC 연산 비용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네트워크 시간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왕복 시간 - 서버 처리 시간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환경 영향 분리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08 · OUTCOME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측정 시간 대폭 단축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A1A1A"/>
                </a:solidFill>
                <a:latin typeface="Malgun Gothic"/>
              </a:rPr>
              <a:t>반복 측정 </a:t>
            </a:r>
            <a:r>
              <a:rPr sz="2000" b="1">
                <a:solidFill>
                  <a:srgbClr val="E87722"/>
                </a:solidFill>
                <a:latin typeface="Malgun Gothic"/>
              </a:rPr>
              <a:t>약 5시간 → 자동 약 30분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Malgun Gothic"/>
              </a:rPr>
              <a:t>반복 측정 단계만 비교 (서버 인프라 셋업은 1회성이므로 제외)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96596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단계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수동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자동화 후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단축 효과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1회 측정 (등록+발급+제출)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5분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30초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× 10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25회 × 2 모드 측정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250분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25분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× 10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반복 간 앱 상태 재초기화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1분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자동 (수초)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× 20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환경 오염 시 앱 재초기화 + 정합성 점검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30분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약 2분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× 15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709160"/>
            <a:ext cx="8229600" cy="128016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반복 측정 약 5시간 → 자동 약 30분
반복 비교 실험이 현실적으로 가능해졌다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8A8A8A"/>
                </a:solidFill>
                <a:latin typeface="Malgun Gothic"/>
              </a:rPr>
              <a:t>※ 서버 인프라 셋업(35분 → 1분, ×35 단축)은 1회성 작업이므로 반복 측정 단축 효과에 포함하지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09 · OUTCOME (2)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측정 입자도 + 신뢰도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A1A1A"/>
                </a:solidFill>
                <a:latin typeface="Malgun Gothic"/>
              </a:rPr>
              <a:t>측정 </a:t>
            </a:r>
            <a:r>
              <a:rPr sz="2000" b="1">
                <a:solidFill>
                  <a:srgbClr val="E87722"/>
                </a:solidFill>
                <a:latin typeface="Malgun Gothic"/>
              </a:rPr>
              <a:t>가능 항목</a:t>
            </a:r>
            <a:r>
              <a:rPr sz="2000" b="1">
                <a:solidFill>
                  <a:srgbClr val="1A1A1A"/>
                </a:solidFill>
                <a:latin typeface="Malgun Gothic"/>
              </a:rPr>
              <a:t> 자체가 늘어났다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측정 입자도 향상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011680"/>
          <a:ext cx="40233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측정 단위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이전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algun Gothic"/>
                        </a:rPr>
                        <a:t>이후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</a:rPr>
                        <a:t>전체 사이클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</a:rPr>
                        <a:t>단계별 (P132/P210/P310)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△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</a:rPr>
                        <a:t>키교환 구간 단독 (T₁)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</a:rPr>
                        <a:t>클레임 수 변화 영향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</a:rPr>
                        <a:t>서버/네트워크 시간 분리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Malgun Gothic"/>
                        </a:rPr>
                        <a:t>Warmup 분리 + p50/p95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✗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A1A1A"/>
                          </a:solidFill>
                          <a:latin typeface="Malgun Gothic"/>
                        </a:rPr>
                        <a:t>○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63440" y="16916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Malgun Gothic"/>
              </a:rPr>
              <a:t>신뢰도 검증 — 3명 서브 에이전트 병렬 리뷰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2011680"/>
          <a:ext cx="40233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검토 영역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Critical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Major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Minor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Scenario A (앱)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Scenario C (앱)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Malgun Gothic"/>
                        </a:rPr>
                        <a:t>TA 서버 엔드포인트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663440" y="3794760"/>
            <a:ext cx="4023360" cy="1828800"/>
          </a:xfrm>
          <a:prstGeom prst="rect">
            <a:avLst/>
          </a:prstGeom>
          <a:solidFill>
            <a:srgbClr val="FB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886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B85A14"/>
                </a:solidFill>
                <a:latin typeface="Malgun Gothic"/>
              </a:rPr>
              <a:t>대표 Major 이슈 (수정 완료)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6052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1A1A1A"/>
                </a:solidFill>
                <a:latin typeface="Malgun Gothic"/>
              </a:rPr>
              <a:t>ECDH 서버 처리 시간이 0ms로 기록
원인: long elapsedNs / 1_000_000L
         (정수 나눗셈 정밀도 손실)
수정: double로 변경 →
         sub-ms 정밀도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49240"/>
            <a:ext cx="4023360" cy="914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5349240"/>
            <a:ext cx="4023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1">
                <a:solidFill>
                  <a:srgbClr val="FBEADA"/>
                </a:solidFill>
                <a:latin typeface="Malgun Gothic"/>
              </a:rPr>
              <a:t>단편 벤치마크 → 단계별·구간별
구조적 측정 가능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>
                <a:solidFill>
                  <a:srgbClr val="E87722"/>
                </a:solidFill>
                <a:latin typeface="Malgun Gothic"/>
              </a:rPr>
              <a:t>PART 10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8A8A8A"/>
                </a:solidFill>
                <a:latin typeface="Malgun Gothic"/>
              </a:rPr>
              <a:t>6개 목표 모두 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36576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0" b="1">
                <a:solidFill>
                  <a:srgbClr val="FBEADA"/>
                </a:solidFill>
                <a:latin typeface="Malgun 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A1A1A"/>
                </a:solidFill>
                <a:latin typeface="Malgun Gothic"/>
              </a:rPr>
              <a:t>PQC 마이그레이션 의사결정에 활용 가능한 </a:t>
            </a:r>
            <a:r>
              <a:rPr sz="1600" b="1">
                <a:solidFill>
                  <a:srgbClr val="E87722"/>
                </a:solidFill>
                <a:latin typeface="Malgun Gothic"/>
              </a:rPr>
              <a:t>신뢰도 높은 데이터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목표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달성 여부</a:t>
                      </a:r>
                    </a:p>
                  </a:txBody>
                  <a:tcPr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PQC 적용 효과를 수치로 검증 가능한 체계 구축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✓ 완료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실제 모바일 단말 환경에서 측정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✓ 완료 (Galaxy 단말)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클래식 vs PQC 단일 APK 비교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✓ 완료 (런타임 전환)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전체 흐름 / 서명 단독 / 키교환 단독 분리 측정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✓ 완료 (시나리오 A/B/C)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반복 가능한 동일 조건 보장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✓ 완료 (3단계 Reset + Warmup)</a:t>
                      </a:r>
                    </a:p>
                  </a:txBody>
                  <a:tcPr anchor="ctr">
                    <a:solidFill>
                      <a:srgbClr val="FA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Malgun Gothic"/>
                        </a:rPr>
                        <a:t>측정 신뢰도 검증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Malgun Gothic"/>
                        </a:rPr>
                        <a:t>✓ 완료 (검토 보고서 + Major 이슈 수정)</a:t>
                      </a:r>
                    </a:p>
                  </a:txBody>
                  <a:tcPr anchor="ctr">
                    <a:solidFill>
                      <a:srgbClr val="FB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212080"/>
            <a:ext cx="8229600" cy="1097280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Malgun Gothic"/>
              </a:rPr>
              <a:t>별도 클라이언트 없이 실제 단말에서 실제 SDK로 측정
→ 측정 결과가 곧 운영 환경 사용자 경험과 직결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A8A"/>
                </a:solidFill>
                <a:latin typeface="Malgun Gothic"/>
              </a:rPr>
              <a:t>OpenDID PQC · 자동화 테스트 목적과 성과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537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Malgun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1572</Words>
  <Application>Microsoft Macintosh PowerPoint</Application>
  <PresentationFormat>화면 슬라이드 쇼(4:3)</PresentationFormat>
  <Paragraphs>269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라온시큐어</cp:lastModifiedBy>
  <cp:revision>1</cp:revision>
  <dcterms:created xsi:type="dcterms:W3CDTF">2013-01-27T09:14:16Z</dcterms:created>
  <dcterms:modified xsi:type="dcterms:W3CDTF">2026-04-28T02:39:08Z</dcterms:modified>
  <cp:category/>
</cp:coreProperties>
</file>